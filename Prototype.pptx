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2308" y="574529"/>
            <a:ext cx="8814092" cy="9137942"/>
            <a:chOff x="0" y="0"/>
            <a:chExt cx="11752123" cy="12183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9050"/>
              <a:ext cx="11506200" cy="11938000"/>
            </a:xfrm>
            <a:custGeom>
              <a:avLst/>
              <a:gdLst/>
              <a:ahLst/>
              <a:cxnLst/>
              <a:rect r="r" b="b" t="t" l="l"/>
              <a:pathLst>
                <a:path h="11938000" w="11506200">
                  <a:moveTo>
                    <a:pt x="308864" y="0"/>
                  </a:moveTo>
                  <a:lnTo>
                    <a:pt x="11197336" y="0"/>
                  </a:lnTo>
                  <a:cubicBezTo>
                    <a:pt x="11279251" y="0"/>
                    <a:pt x="11357737" y="32512"/>
                    <a:pt x="11415776" y="90424"/>
                  </a:cubicBezTo>
                  <a:cubicBezTo>
                    <a:pt x="11473815" y="148336"/>
                    <a:pt x="11506200" y="226949"/>
                    <a:pt x="11506200" y="308737"/>
                  </a:cubicBezTo>
                  <a:lnTo>
                    <a:pt x="11506200" y="11629136"/>
                  </a:lnTo>
                  <a:cubicBezTo>
                    <a:pt x="11506200" y="11711051"/>
                    <a:pt x="11473688" y="11789537"/>
                    <a:pt x="11415776" y="11847576"/>
                  </a:cubicBezTo>
                  <a:cubicBezTo>
                    <a:pt x="11357864" y="11905615"/>
                    <a:pt x="11279251" y="11938000"/>
                    <a:pt x="11197336" y="11938000"/>
                  </a:cubicBezTo>
                  <a:lnTo>
                    <a:pt x="308864" y="11938000"/>
                  </a:lnTo>
                  <a:cubicBezTo>
                    <a:pt x="226949" y="11938000"/>
                    <a:pt x="148463" y="11905488"/>
                    <a:pt x="90551" y="11847576"/>
                  </a:cubicBezTo>
                  <a:cubicBezTo>
                    <a:pt x="32639" y="11789664"/>
                    <a:pt x="0" y="11711051"/>
                    <a:pt x="0" y="11629136"/>
                  </a:cubicBezTo>
                  <a:lnTo>
                    <a:pt x="0" y="308864"/>
                  </a:lnTo>
                  <a:cubicBezTo>
                    <a:pt x="0" y="226949"/>
                    <a:pt x="32512" y="148463"/>
                    <a:pt x="90424" y="90551"/>
                  </a:cubicBezTo>
                  <a:cubicBezTo>
                    <a:pt x="148336" y="32639"/>
                    <a:pt x="226949" y="0"/>
                    <a:pt x="308864" y="0"/>
                  </a:cubicBezTo>
                  <a:close/>
                </a:path>
              </a:pathLst>
            </a:custGeom>
            <a:blipFill>
              <a:blip r:embed="rId2"/>
              <a:stretch>
                <a:fillRect l="-19168" t="0" r="-19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44300" cy="11976100"/>
            </a:xfrm>
            <a:custGeom>
              <a:avLst/>
              <a:gdLst/>
              <a:ahLst/>
              <a:cxnLst/>
              <a:rect r="r" b="b" t="t" l="l"/>
              <a:pathLst>
                <a:path h="11976100" w="11544300">
                  <a:moveTo>
                    <a:pt x="327914" y="0"/>
                  </a:moveTo>
                  <a:lnTo>
                    <a:pt x="11216386" y="0"/>
                  </a:lnTo>
                  <a:lnTo>
                    <a:pt x="11216386" y="19050"/>
                  </a:lnTo>
                  <a:lnTo>
                    <a:pt x="11216386" y="0"/>
                  </a:lnTo>
                  <a:cubicBezTo>
                    <a:pt x="11303381" y="0"/>
                    <a:pt x="11386693" y="34544"/>
                    <a:pt x="11448288" y="96012"/>
                  </a:cubicBezTo>
                  <a:lnTo>
                    <a:pt x="11434826" y="109474"/>
                  </a:lnTo>
                  <a:lnTo>
                    <a:pt x="11448288" y="96012"/>
                  </a:lnTo>
                  <a:cubicBezTo>
                    <a:pt x="11509756" y="157480"/>
                    <a:pt x="11544300" y="240919"/>
                    <a:pt x="11544300" y="327914"/>
                  </a:cubicBezTo>
                  <a:lnTo>
                    <a:pt x="11525250" y="327914"/>
                  </a:lnTo>
                  <a:lnTo>
                    <a:pt x="11544300" y="327914"/>
                  </a:lnTo>
                  <a:lnTo>
                    <a:pt x="11544300" y="11648186"/>
                  </a:lnTo>
                  <a:lnTo>
                    <a:pt x="11525250" y="11648186"/>
                  </a:lnTo>
                  <a:lnTo>
                    <a:pt x="11544300" y="11648186"/>
                  </a:lnTo>
                  <a:cubicBezTo>
                    <a:pt x="11544300" y="11735181"/>
                    <a:pt x="11509756" y="11818493"/>
                    <a:pt x="11448288" y="11880088"/>
                  </a:cubicBezTo>
                  <a:cubicBezTo>
                    <a:pt x="11386820" y="11941683"/>
                    <a:pt x="11303381" y="11976100"/>
                    <a:pt x="11216386" y="11976100"/>
                  </a:cubicBezTo>
                  <a:lnTo>
                    <a:pt x="11216386" y="11957050"/>
                  </a:lnTo>
                  <a:lnTo>
                    <a:pt x="11216386" y="11976100"/>
                  </a:lnTo>
                  <a:lnTo>
                    <a:pt x="327914" y="11976100"/>
                  </a:lnTo>
                  <a:lnTo>
                    <a:pt x="327914" y="11957050"/>
                  </a:lnTo>
                  <a:lnTo>
                    <a:pt x="327914" y="11976100"/>
                  </a:lnTo>
                  <a:cubicBezTo>
                    <a:pt x="240919" y="11976100"/>
                    <a:pt x="157607" y="11941556"/>
                    <a:pt x="96012" y="11880088"/>
                  </a:cubicBezTo>
                  <a:lnTo>
                    <a:pt x="109474" y="11866626"/>
                  </a:lnTo>
                  <a:lnTo>
                    <a:pt x="96012" y="11880088"/>
                  </a:lnTo>
                  <a:cubicBezTo>
                    <a:pt x="34544" y="11818620"/>
                    <a:pt x="0" y="11735181"/>
                    <a:pt x="0" y="11648186"/>
                  </a:cubicBezTo>
                  <a:lnTo>
                    <a:pt x="19050" y="11648186"/>
                  </a:lnTo>
                  <a:lnTo>
                    <a:pt x="0" y="11648186"/>
                  </a:lnTo>
                  <a:lnTo>
                    <a:pt x="0" y="327914"/>
                  </a:lnTo>
                  <a:lnTo>
                    <a:pt x="19050" y="327914"/>
                  </a:lnTo>
                  <a:lnTo>
                    <a:pt x="0" y="327914"/>
                  </a:lnTo>
                  <a:cubicBezTo>
                    <a:pt x="0" y="240919"/>
                    <a:pt x="34544" y="157480"/>
                    <a:pt x="96012" y="96012"/>
                  </a:cubicBezTo>
                  <a:lnTo>
                    <a:pt x="109474" y="109474"/>
                  </a:lnTo>
                  <a:lnTo>
                    <a:pt x="96012" y="96012"/>
                  </a:lnTo>
                  <a:cubicBezTo>
                    <a:pt x="157480" y="34544"/>
                    <a:pt x="240919" y="0"/>
                    <a:pt x="327914" y="0"/>
                  </a:cubicBezTo>
                  <a:lnTo>
                    <a:pt x="327914" y="19050"/>
                  </a:lnTo>
                  <a:lnTo>
                    <a:pt x="327914" y="0"/>
                  </a:lnTo>
                  <a:moveTo>
                    <a:pt x="327914" y="38100"/>
                  </a:moveTo>
                  <a:cubicBezTo>
                    <a:pt x="251079" y="38100"/>
                    <a:pt x="177292" y="68580"/>
                    <a:pt x="122936" y="122936"/>
                  </a:cubicBezTo>
                  <a:cubicBezTo>
                    <a:pt x="68580" y="177292"/>
                    <a:pt x="38100" y="251079"/>
                    <a:pt x="38100" y="327914"/>
                  </a:cubicBezTo>
                  <a:lnTo>
                    <a:pt x="38100" y="11648186"/>
                  </a:lnTo>
                  <a:cubicBezTo>
                    <a:pt x="38100" y="11725021"/>
                    <a:pt x="68580" y="11798808"/>
                    <a:pt x="122936" y="11853037"/>
                  </a:cubicBezTo>
                  <a:cubicBezTo>
                    <a:pt x="177292" y="11907520"/>
                    <a:pt x="251079" y="11938000"/>
                    <a:pt x="327914" y="11938000"/>
                  </a:cubicBezTo>
                  <a:lnTo>
                    <a:pt x="11216386" y="11938000"/>
                  </a:lnTo>
                  <a:cubicBezTo>
                    <a:pt x="11293221" y="11938000"/>
                    <a:pt x="11367008" y="11907520"/>
                    <a:pt x="11421237" y="11853164"/>
                  </a:cubicBezTo>
                  <a:lnTo>
                    <a:pt x="11434699" y="11866626"/>
                  </a:lnTo>
                  <a:lnTo>
                    <a:pt x="11421237" y="11853164"/>
                  </a:lnTo>
                  <a:cubicBezTo>
                    <a:pt x="11475593" y="11798808"/>
                    <a:pt x="11506073" y="11725148"/>
                    <a:pt x="11506073" y="11648313"/>
                  </a:cubicBezTo>
                  <a:lnTo>
                    <a:pt x="11506073" y="327914"/>
                  </a:lnTo>
                  <a:cubicBezTo>
                    <a:pt x="11506073" y="251079"/>
                    <a:pt x="11475593" y="177292"/>
                    <a:pt x="11421237" y="123063"/>
                  </a:cubicBezTo>
                  <a:cubicBezTo>
                    <a:pt x="11367008" y="68580"/>
                    <a:pt x="11293221" y="38100"/>
                    <a:pt x="11216386" y="38100"/>
                  </a:cubicBezTo>
                  <a:lnTo>
                    <a:pt x="327914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0" y="3546068"/>
            <a:ext cx="8949033" cy="308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59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Concevoir la base de données d'un blog</a:t>
            </a:r>
          </a:p>
          <a:p>
            <a:pPr algn="ctr">
              <a:lnSpc>
                <a:spcPts val="804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7193" y="1735542"/>
            <a:ext cx="4382167" cy="2844421"/>
          </a:xfrm>
          <a:custGeom>
            <a:avLst/>
            <a:gdLst/>
            <a:ahLst/>
            <a:cxnLst/>
            <a:rect r="r" b="b" t="t" l="l"/>
            <a:pathLst>
              <a:path h="2844421" w="4382167">
                <a:moveTo>
                  <a:pt x="0" y="0"/>
                </a:moveTo>
                <a:lnTo>
                  <a:pt x="4382167" y="0"/>
                </a:lnTo>
                <a:lnTo>
                  <a:pt x="4382167" y="2844421"/>
                </a:lnTo>
                <a:lnTo>
                  <a:pt x="0" y="2844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223" y="4915660"/>
            <a:ext cx="4569971" cy="2966323"/>
          </a:xfrm>
          <a:custGeom>
            <a:avLst/>
            <a:gdLst/>
            <a:ahLst/>
            <a:cxnLst/>
            <a:rect r="r" b="b" t="t" l="l"/>
            <a:pathLst>
              <a:path h="2966323" w="4569971">
                <a:moveTo>
                  <a:pt x="0" y="0"/>
                </a:moveTo>
                <a:lnTo>
                  <a:pt x="4569971" y="0"/>
                </a:lnTo>
                <a:lnTo>
                  <a:pt x="4569971" y="2966323"/>
                </a:lnTo>
                <a:lnTo>
                  <a:pt x="0" y="296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17999" y="1949337"/>
            <a:ext cx="4569971" cy="2966323"/>
          </a:xfrm>
          <a:custGeom>
            <a:avLst/>
            <a:gdLst/>
            <a:ahLst/>
            <a:cxnLst/>
            <a:rect r="r" b="b" t="t" l="l"/>
            <a:pathLst>
              <a:path h="2966323" w="4569971">
                <a:moveTo>
                  <a:pt x="0" y="0"/>
                </a:moveTo>
                <a:lnTo>
                  <a:pt x="4569971" y="0"/>
                </a:lnTo>
                <a:lnTo>
                  <a:pt x="4569971" y="2966323"/>
                </a:lnTo>
                <a:lnTo>
                  <a:pt x="0" y="296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59014" y="5634456"/>
            <a:ext cx="4569971" cy="2966323"/>
          </a:xfrm>
          <a:custGeom>
            <a:avLst/>
            <a:gdLst/>
            <a:ahLst/>
            <a:cxnLst/>
            <a:rect r="r" b="b" t="t" l="l"/>
            <a:pathLst>
              <a:path h="2966323" w="4569971">
                <a:moveTo>
                  <a:pt x="0" y="0"/>
                </a:moveTo>
                <a:lnTo>
                  <a:pt x="4569972" y="0"/>
                </a:lnTo>
                <a:lnTo>
                  <a:pt x="4569972" y="2966323"/>
                </a:lnTo>
                <a:lnTo>
                  <a:pt x="0" y="296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91" r="0" b="-39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42078" y="2761443"/>
            <a:ext cx="5603805" cy="3637378"/>
          </a:xfrm>
          <a:custGeom>
            <a:avLst/>
            <a:gdLst/>
            <a:ahLst/>
            <a:cxnLst/>
            <a:rect r="r" b="b" t="t" l="l"/>
            <a:pathLst>
              <a:path h="3637378" w="5603805">
                <a:moveTo>
                  <a:pt x="0" y="0"/>
                </a:moveTo>
                <a:lnTo>
                  <a:pt x="5603805" y="0"/>
                </a:lnTo>
                <a:lnTo>
                  <a:pt x="5603805" y="3637378"/>
                </a:lnTo>
                <a:lnTo>
                  <a:pt x="0" y="363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51" r="0" b="-3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10867" y="571830"/>
            <a:ext cx="7384236" cy="8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 OF CONTENTS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7193" y="2254796"/>
            <a:ext cx="4569971" cy="14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8"/>
              </a:lnSpc>
            </a:pPr>
            <a:r>
              <a:rPr lang="en-US" sz="4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1-Identification des Entités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3223" y="5422828"/>
            <a:ext cx="4569971" cy="169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2-Relations et Cardinalités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3970" y="2801453"/>
            <a:ext cx="3818020" cy="12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2"/>
              </a:lnSpc>
            </a:pPr>
            <a:r>
              <a:rPr lang="en-US" sz="363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3-Attributs de Chaque Entités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46809" y="6227360"/>
            <a:ext cx="4194372" cy="169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4-MCD et MLD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25651" y="3825909"/>
            <a:ext cx="6036659" cy="109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sz="321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5-Le Script SQL </a:t>
            </a:r>
          </a:p>
          <a:p>
            <a:pPr algn="ctr">
              <a:lnSpc>
                <a:spcPts val="4499"/>
              </a:lnSpc>
            </a:pPr>
            <a:r>
              <a:rPr lang="en-US" sz="321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la Base de Données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9372" y="393583"/>
            <a:ext cx="4423012" cy="4423012"/>
          </a:xfrm>
          <a:custGeom>
            <a:avLst/>
            <a:gdLst/>
            <a:ahLst/>
            <a:cxnLst/>
            <a:rect r="r" b="b" t="t" l="l"/>
            <a:pathLst>
              <a:path h="4423012" w="4423012">
                <a:moveTo>
                  <a:pt x="0" y="0"/>
                </a:moveTo>
                <a:lnTo>
                  <a:pt x="4423012" y="0"/>
                </a:lnTo>
                <a:lnTo>
                  <a:pt x="4423012" y="4423011"/>
                </a:lnTo>
                <a:lnTo>
                  <a:pt x="0" y="4423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2802" y="5335176"/>
            <a:ext cx="4361369" cy="4361369"/>
          </a:xfrm>
          <a:custGeom>
            <a:avLst/>
            <a:gdLst/>
            <a:ahLst/>
            <a:cxnLst/>
            <a:rect r="r" b="b" t="t" l="l"/>
            <a:pathLst>
              <a:path h="4361369" w="4361369">
                <a:moveTo>
                  <a:pt x="0" y="0"/>
                </a:moveTo>
                <a:lnTo>
                  <a:pt x="4361370" y="0"/>
                </a:lnTo>
                <a:lnTo>
                  <a:pt x="4361370" y="4361369"/>
                </a:lnTo>
                <a:lnTo>
                  <a:pt x="0" y="4361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50815" y="393583"/>
            <a:ext cx="7315200" cy="3165491"/>
          </a:xfrm>
          <a:custGeom>
            <a:avLst/>
            <a:gdLst/>
            <a:ahLst/>
            <a:cxnLst/>
            <a:rect r="r" b="b" t="t" l="l"/>
            <a:pathLst>
              <a:path h="3165491" w="7315200">
                <a:moveTo>
                  <a:pt x="0" y="0"/>
                </a:moveTo>
                <a:lnTo>
                  <a:pt x="7315200" y="0"/>
                </a:lnTo>
                <a:lnTo>
                  <a:pt x="7315200" y="3165490"/>
                </a:lnTo>
                <a:lnTo>
                  <a:pt x="0" y="316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" r="0" b="-9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50815" y="6092809"/>
            <a:ext cx="7315200" cy="3165491"/>
          </a:xfrm>
          <a:custGeom>
            <a:avLst/>
            <a:gdLst/>
            <a:ahLst/>
            <a:cxnLst/>
            <a:rect r="r" b="b" t="t" l="l"/>
            <a:pathLst>
              <a:path h="3165491" w="7315200">
                <a:moveTo>
                  <a:pt x="0" y="0"/>
                </a:moveTo>
                <a:lnTo>
                  <a:pt x="7315200" y="0"/>
                </a:lnTo>
                <a:lnTo>
                  <a:pt x="7315200" y="3165491"/>
                </a:lnTo>
                <a:lnTo>
                  <a:pt x="0" y="3165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" r="0" b="-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5471" y="660950"/>
            <a:ext cx="3490813" cy="393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UTILISATEUR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id_utilisateur (pk)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email</a:t>
            </a:r>
          </a:p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mot_de_passe</a:t>
            </a:r>
          </a:p>
          <a:p>
            <a:pPr algn="ctr">
              <a:lnSpc>
                <a:spcPts val="4600"/>
              </a:lnSpc>
            </a:pPr>
            <a:r>
              <a:rPr lang="en-US" sz="32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date_inscription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50815" y="660950"/>
            <a:ext cx="7315200" cy="256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CATÉGORIE</a:t>
            </a:r>
          </a:p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id_categorie (pk)</a:t>
            </a:r>
          </a:p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nom_catégorie</a:t>
            </a:r>
          </a:p>
          <a:p>
            <a:pPr algn="ctr">
              <a:lnSpc>
                <a:spcPts val="5148"/>
              </a:lnSpc>
            </a:pPr>
            <a:r>
              <a:rPr lang="en-US" sz="367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8961" y="5668112"/>
            <a:ext cx="4629052" cy="363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ARTICLE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id_article (pk)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titre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contenu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date_publication</a:t>
            </a:r>
          </a:p>
          <a:p>
            <a:pPr algn="ctr">
              <a:lnSpc>
                <a:spcPts val="4126"/>
              </a:lnSpc>
            </a:pPr>
            <a:r>
              <a:rPr lang="en-US" sz="29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statut(brouillon/publié)</a:t>
            </a:r>
          </a:p>
          <a:p>
            <a:pPr algn="ctr">
              <a:lnSpc>
                <a:spcPts val="40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50815" y="6467958"/>
            <a:ext cx="7315200" cy="283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sz="33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COMMENTAIRE</a:t>
            </a:r>
          </a:p>
          <a:p>
            <a:pPr algn="ctr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id_commentaire (pk)</a:t>
            </a:r>
          </a:p>
          <a:p>
            <a:pPr algn="ctr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contenu</a:t>
            </a:r>
          </a:p>
          <a:p>
            <a:pPr algn="ctr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date_publication</a:t>
            </a:r>
          </a:p>
          <a:p>
            <a:pPr algn="ctr">
              <a:lnSpc>
                <a:spcPts val="412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2922" y="857250"/>
            <a:ext cx="8902246" cy="145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5"/>
              </a:lnSpc>
            </a:pPr>
            <a:r>
              <a:rPr lang="en-US" sz="444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RELATIONS ET CARDINALITÉS:</a:t>
            </a:r>
          </a:p>
          <a:p>
            <a:pPr algn="ctr">
              <a:lnSpc>
                <a:spcPts val="468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108071" y="2976766"/>
            <a:ext cx="7388830" cy="21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34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utilisateur(0,N)--(1,1)article</a:t>
            </a:r>
          </a:p>
          <a:p>
            <a:pPr algn="ctr">
              <a:lnSpc>
                <a:spcPts val="412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165852" y="2404393"/>
            <a:ext cx="6606778" cy="21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34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categorie(0,N)--(1,1)article</a:t>
            </a:r>
          </a:p>
          <a:p>
            <a:pPr algn="ctr">
              <a:lnSpc>
                <a:spcPts val="412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60972" y="6323202"/>
            <a:ext cx="8683028" cy="21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34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utilisateur(0,N)--(1,1)commentaire</a:t>
            </a:r>
          </a:p>
          <a:p>
            <a:pPr algn="ctr">
              <a:lnSpc>
                <a:spcPts val="412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522914" y="6313677"/>
            <a:ext cx="7736386" cy="229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8"/>
              </a:lnSpc>
            </a:pPr>
            <a:r>
              <a:rPr lang="en-US" sz="43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article(0,N)--(1,1)commentaire</a:t>
            </a:r>
          </a:p>
          <a:p>
            <a:pPr algn="ctr">
              <a:lnSpc>
                <a:spcPts val="595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6082" y="767153"/>
            <a:ext cx="13445328" cy="9281084"/>
            <a:chOff x="0" y="0"/>
            <a:chExt cx="17927104" cy="12374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27065" cy="12374753"/>
            </a:xfrm>
            <a:custGeom>
              <a:avLst/>
              <a:gdLst/>
              <a:ahLst/>
              <a:cxnLst/>
              <a:rect r="r" b="b" t="t" l="l"/>
              <a:pathLst>
                <a:path h="12374753" w="17927065">
                  <a:moveTo>
                    <a:pt x="0" y="0"/>
                  </a:moveTo>
                  <a:lnTo>
                    <a:pt x="17927065" y="0"/>
                  </a:lnTo>
                  <a:lnTo>
                    <a:pt x="17927065" y="12374753"/>
                  </a:lnTo>
                  <a:lnTo>
                    <a:pt x="0" y="1237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2" r="0" b="-29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95353" y="-104880"/>
            <a:ext cx="2006785" cy="87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</a:pPr>
            <a:r>
              <a:rPr lang="en-US" sz="50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MCD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2628" y="721395"/>
            <a:ext cx="11449117" cy="9151525"/>
            <a:chOff x="0" y="0"/>
            <a:chExt cx="15265489" cy="12202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5527" cy="12202033"/>
            </a:xfrm>
            <a:custGeom>
              <a:avLst/>
              <a:gdLst/>
              <a:ahLst/>
              <a:cxnLst/>
              <a:rect r="r" b="b" t="t" l="l"/>
              <a:pathLst>
                <a:path h="12202033" w="15265527">
                  <a:moveTo>
                    <a:pt x="0" y="0"/>
                  </a:moveTo>
                  <a:lnTo>
                    <a:pt x="15265527" y="0"/>
                  </a:lnTo>
                  <a:lnTo>
                    <a:pt x="15265527" y="12202033"/>
                  </a:lnTo>
                  <a:lnTo>
                    <a:pt x="0" y="1220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46" r="0" b="-54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31049" y="-150638"/>
            <a:ext cx="1572276" cy="87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</a:pPr>
            <a:r>
              <a:rPr lang="en-US" sz="50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MLD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29160" y="1028700"/>
            <a:ext cx="6109125" cy="8845153"/>
            <a:chOff x="0" y="0"/>
            <a:chExt cx="8145501" cy="11793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45526" cy="11793474"/>
            </a:xfrm>
            <a:custGeom>
              <a:avLst/>
              <a:gdLst/>
              <a:ahLst/>
              <a:cxnLst/>
              <a:rect r="r" b="b" t="t" l="l"/>
              <a:pathLst>
                <a:path h="11793474" w="8145526">
                  <a:moveTo>
                    <a:pt x="0" y="0"/>
                  </a:moveTo>
                  <a:lnTo>
                    <a:pt x="8145526" y="0"/>
                  </a:lnTo>
                  <a:lnTo>
                    <a:pt x="8145526" y="11793474"/>
                  </a:lnTo>
                  <a:lnTo>
                    <a:pt x="0" y="1179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0" t="0" r="-24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DAG852cRVwE</dc:identifier>
  <dcterms:modified xsi:type="dcterms:W3CDTF">2011-08-01T06:04:30Z</dcterms:modified>
  <cp:revision>1</cp:revision>
  <dc:title>TABLE OF CONTENTS.pptx</dc:title>
</cp:coreProperties>
</file>